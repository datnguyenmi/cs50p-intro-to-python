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029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AA716-1DA9-4E5F-884F-72902260FE1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3C02C-F566-421B-ADB5-17BBBCCF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86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43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2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02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0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7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1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1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7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3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6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40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ED9BC-B094-437B-AC79-F1DC556C447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E05C4-159C-4A2B-8A43-86D4277A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8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953C-447D-2960-E4D2-C49D0B507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CS50 Intro to Python Programing- 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D9727-F6AE-C116-A06E-FED992BD2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Project: </a:t>
            </a:r>
            <a:r>
              <a:rPr lang="en-US" dirty="0"/>
              <a:t>Automated Email Reminder for missing booking hours</a:t>
            </a:r>
          </a:p>
          <a:p>
            <a:r>
              <a:rPr lang="en-US" b="1" dirty="0"/>
              <a:t>Name: </a:t>
            </a:r>
            <a:r>
              <a:rPr lang="en-US" dirty="0"/>
              <a:t>Thanh Dat Nguyen</a:t>
            </a:r>
          </a:p>
          <a:p>
            <a:r>
              <a:rPr lang="en-US" b="1" dirty="0"/>
              <a:t>GitHub ID: </a:t>
            </a:r>
            <a:r>
              <a:rPr lang="en-US" dirty="0"/>
              <a:t>DatNguyenMI</a:t>
            </a:r>
          </a:p>
          <a:p>
            <a:r>
              <a:rPr lang="en-US" b="1" dirty="0"/>
              <a:t>edX username</a:t>
            </a:r>
            <a:r>
              <a:rPr lang="en-US" dirty="0"/>
              <a:t>: ThanhDat_Nguyen</a:t>
            </a:r>
          </a:p>
          <a:p>
            <a:r>
              <a:rPr lang="en-US" b="1" dirty="0"/>
              <a:t>Location: </a:t>
            </a:r>
            <a:r>
              <a:rPr lang="en-US" dirty="0"/>
              <a:t>Michigan, US</a:t>
            </a:r>
          </a:p>
          <a:p>
            <a:r>
              <a:rPr lang="en-US" b="1" dirty="0"/>
              <a:t>Date: </a:t>
            </a:r>
            <a:r>
              <a:rPr lang="en-US" dirty="0"/>
              <a:t>Nov 16,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411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A27F-1FEB-24A2-CAE6-36A356985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15" y="365126"/>
            <a:ext cx="10956985" cy="686848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5DBB-1BA7-14E0-3EC5-6C62DAEF1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1051974"/>
            <a:ext cx="11086381" cy="407942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consulting industry,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it's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very important for consultants to book all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their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working hours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during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 month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respective clients projects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will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allow billing team to record and bill customers on monthly basis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Missing booking hours can affect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revenue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sometimes lead to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clients reject the bill.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this project, I try to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create a python program to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Prompt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user to input month/ year they want to execute the program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Calculate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required hours for that month/ year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Check input hours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of each consultants to see if booked hours are equal or more than 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min required hours of that month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Draft a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reminder email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for those with missing hours.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0D4AF-E8B3-3390-FB12-36D64ABC9018}"/>
              </a:ext>
            </a:extLst>
          </p:cNvPr>
          <p:cNvSpPr txBox="1">
            <a:spLocks/>
          </p:cNvSpPr>
          <p:nvPr/>
        </p:nvSpPr>
        <p:spPr>
          <a:xfrm>
            <a:off x="396815" y="5507916"/>
            <a:ext cx="11086381" cy="79961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Consulting firms usually have their own software for consultant to track and book hours. And the data can usually be extracted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 csv or excel format.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Also, for data privacy related, I will not try to send actual email in this project, but only print it out in consol terminal</a:t>
            </a:r>
          </a:p>
        </p:txBody>
      </p:sp>
    </p:spTree>
    <p:extLst>
      <p:ext uri="{BB962C8B-B14F-4D97-AF65-F5344CB8AC3E}">
        <p14:creationId xmlns:p14="http://schemas.microsoft.com/office/powerpoint/2010/main" val="101319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</TotalTime>
  <Words>222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CS50 Intro to Python Programing- Final Project</vt:lpstr>
      <vt:lpstr>Project Summary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Dat (XC/CTG-E-NA)</dc:creator>
  <cp:lastModifiedBy>Nguyen Dat (XC/CTG-E-NA)</cp:lastModifiedBy>
  <cp:revision>4</cp:revision>
  <dcterms:created xsi:type="dcterms:W3CDTF">2025-11-15T03:21:39Z</dcterms:created>
  <dcterms:modified xsi:type="dcterms:W3CDTF">2025-11-17T02:24:03Z</dcterms:modified>
</cp:coreProperties>
</file>